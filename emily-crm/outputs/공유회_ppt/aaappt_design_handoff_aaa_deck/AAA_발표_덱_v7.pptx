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" y="-9525"/>
            <a:ext cx="18307050" cy="103060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" y="-9525"/>
            <a:ext cx="18307050" cy="103060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" y="-9525"/>
            <a:ext cx="18307050" cy="103060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" y="-9525"/>
            <a:ext cx="18307050" cy="103060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" y="-9525"/>
            <a:ext cx="18307050" cy="103060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" y="-9525"/>
            <a:ext cx="18307050" cy="103060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" y="-9525"/>
            <a:ext cx="18307050" cy="103060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" y="-9525"/>
            <a:ext cx="18307050" cy="103060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" y="-9525"/>
            <a:ext cx="18307050" cy="103060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" y="-9525"/>
            <a:ext cx="18307050" cy="103060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" y="-9525"/>
            <a:ext cx="18307050" cy="103060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" y="-9525"/>
            <a:ext cx="18307050" cy="103060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" y="-9525"/>
            <a:ext cx="18307050" cy="103060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" y="-9525"/>
            <a:ext cx="18307050" cy="103060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" y="-9525"/>
            <a:ext cx="18307050" cy="103060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" y="-9525"/>
            <a:ext cx="18307050" cy="103060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" y="-9525"/>
            <a:ext cx="18307050" cy="103060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" y="-9525"/>
            <a:ext cx="18307050" cy="103060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" y="-9525"/>
            <a:ext cx="18307050" cy="103060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" y="-9525"/>
            <a:ext cx="18307050" cy="103060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" y="-9525"/>
            <a:ext cx="18307050" cy="103060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" y="-9525"/>
            <a:ext cx="18307050" cy="103060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" y="-9525"/>
            <a:ext cx="18307050" cy="1030605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" y="-9525"/>
            <a:ext cx="18307050" cy="103060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" y="-9525"/>
            <a:ext cx="18307050" cy="1030605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" y="-9525"/>
            <a:ext cx="18307050" cy="103060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" y="-9525"/>
            <a:ext cx="18307050" cy="1030605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" y="-9525"/>
            <a:ext cx="18307050" cy="103060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